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ati.mp78@gmail.com" userId="db463a59165e0ebc" providerId="LiveId" clId="{9DB6514F-2159-4B47-87FB-CA8572AEAF2B}"/>
    <pc:docChg chg="custSel delSld modSld">
      <pc:chgData name="krati.mp78@gmail.com" userId="db463a59165e0ebc" providerId="LiveId" clId="{9DB6514F-2159-4B47-87FB-CA8572AEAF2B}" dt="2026-03-23T10:29:08.169" v="10" actId="21"/>
      <pc:docMkLst>
        <pc:docMk/>
      </pc:docMkLst>
      <pc:sldChg chg="delSp mod">
        <pc:chgData name="krati.mp78@gmail.com" userId="db463a59165e0ebc" providerId="LiveId" clId="{9DB6514F-2159-4B47-87FB-CA8572AEAF2B}" dt="2026-03-23T10:29:08.169" v="10" actId="21"/>
        <pc:sldMkLst>
          <pc:docMk/>
          <pc:sldMk cId="854288352" sldId="257"/>
        </pc:sldMkLst>
        <pc:picChg chg="del">
          <ac:chgData name="krati.mp78@gmail.com" userId="db463a59165e0ebc" providerId="LiveId" clId="{9DB6514F-2159-4B47-87FB-CA8572AEAF2B}" dt="2026-03-23T10:28:22.497" v="2" actId="21"/>
          <ac:picMkLst>
            <pc:docMk/>
            <pc:sldMk cId="854288352" sldId="257"/>
            <ac:picMk id="7" creationId="{A08EB0EC-B6A5-45A6-CFA7-C2F2F5125266}"/>
          </ac:picMkLst>
        </pc:picChg>
        <pc:picChg chg="del">
          <ac:chgData name="krati.mp78@gmail.com" userId="db463a59165e0ebc" providerId="LiveId" clId="{9DB6514F-2159-4B47-87FB-CA8572AEAF2B}" dt="2026-03-23T10:29:08.169" v="10" actId="21"/>
          <ac:picMkLst>
            <pc:docMk/>
            <pc:sldMk cId="854288352" sldId="257"/>
            <ac:picMk id="8" creationId="{70C49BFB-C4DA-714D-C1AC-3022D7E7F454}"/>
          </ac:picMkLst>
        </pc:picChg>
        <pc:picChg chg="del">
          <ac:chgData name="krati.mp78@gmail.com" userId="db463a59165e0ebc" providerId="LiveId" clId="{9DB6514F-2159-4B47-87FB-CA8572AEAF2B}" dt="2026-03-23T10:28:43.707" v="5" actId="21"/>
          <ac:picMkLst>
            <pc:docMk/>
            <pc:sldMk cId="854288352" sldId="257"/>
            <ac:picMk id="13" creationId="{736985F1-78C3-EC87-83A0-2D323CD4C9C0}"/>
          </ac:picMkLst>
        </pc:picChg>
      </pc:sldChg>
      <pc:sldChg chg="delSp modSp mod">
        <pc:chgData name="krati.mp78@gmail.com" userId="db463a59165e0ebc" providerId="LiveId" clId="{9DB6514F-2159-4B47-87FB-CA8572AEAF2B}" dt="2026-03-23T10:29:03.384" v="9" actId="21"/>
        <pc:sldMkLst>
          <pc:docMk/>
          <pc:sldMk cId="3865209502" sldId="258"/>
        </pc:sldMkLst>
        <pc:picChg chg="del mod">
          <ac:chgData name="krati.mp78@gmail.com" userId="db463a59165e0ebc" providerId="LiveId" clId="{9DB6514F-2159-4B47-87FB-CA8572AEAF2B}" dt="2026-03-23T10:28:16.217" v="1" actId="21"/>
          <ac:picMkLst>
            <pc:docMk/>
            <pc:sldMk cId="3865209502" sldId="258"/>
            <ac:picMk id="9" creationId="{A4F95968-7DD7-93BC-CDD3-935B46B29C86}"/>
          </ac:picMkLst>
        </pc:picChg>
        <pc:picChg chg="del">
          <ac:chgData name="krati.mp78@gmail.com" userId="db463a59165e0ebc" providerId="LiveId" clId="{9DB6514F-2159-4B47-87FB-CA8572AEAF2B}" dt="2026-03-23T10:29:03.384" v="9" actId="21"/>
          <ac:picMkLst>
            <pc:docMk/>
            <pc:sldMk cId="3865209502" sldId="258"/>
            <ac:picMk id="11" creationId="{DDA2FE8A-5B63-4A2F-3B24-E577D129113A}"/>
          </ac:picMkLst>
        </pc:picChg>
        <pc:picChg chg="del">
          <ac:chgData name="krati.mp78@gmail.com" userId="db463a59165e0ebc" providerId="LiveId" clId="{9DB6514F-2159-4B47-87FB-CA8572AEAF2B}" dt="2026-03-23T10:28:48.605" v="6" actId="21"/>
          <ac:picMkLst>
            <pc:docMk/>
            <pc:sldMk cId="3865209502" sldId="258"/>
            <ac:picMk id="12" creationId="{8D56A6E6-9FEB-E12A-1F6A-8FCBFFF9CFAD}"/>
          </ac:picMkLst>
        </pc:picChg>
      </pc:sldChg>
      <pc:sldChg chg="delSp mod">
        <pc:chgData name="krati.mp78@gmail.com" userId="db463a59165e0ebc" providerId="LiveId" clId="{9DB6514F-2159-4B47-87FB-CA8572AEAF2B}" dt="2026-03-23T10:28:57.604" v="8" actId="21"/>
        <pc:sldMkLst>
          <pc:docMk/>
          <pc:sldMk cId="1262944802" sldId="259"/>
        </pc:sldMkLst>
        <pc:picChg chg="del">
          <ac:chgData name="krati.mp78@gmail.com" userId="db463a59165e0ebc" providerId="LiveId" clId="{9DB6514F-2159-4B47-87FB-CA8572AEAF2B}" dt="2026-03-23T10:28:27.089" v="3" actId="21"/>
          <ac:picMkLst>
            <pc:docMk/>
            <pc:sldMk cId="1262944802" sldId="259"/>
            <ac:picMk id="9" creationId="{61C16131-B2D0-CF61-035E-38CF286C7E39}"/>
          </ac:picMkLst>
        </pc:picChg>
        <pc:picChg chg="del">
          <ac:chgData name="krati.mp78@gmail.com" userId="db463a59165e0ebc" providerId="LiveId" clId="{9DB6514F-2159-4B47-87FB-CA8572AEAF2B}" dt="2026-03-23T10:28:57.604" v="8" actId="21"/>
          <ac:picMkLst>
            <pc:docMk/>
            <pc:sldMk cId="1262944802" sldId="259"/>
            <ac:picMk id="11" creationId="{98BD39B8-9A9F-4A0B-8526-BA46BA2F73EC}"/>
          </ac:picMkLst>
        </pc:picChg>
        <pc:picChg chg="del">
          <ac:chgData name="krati.mp78@gmail.com" userId="db463a59165e0ebc" providerId="LiveId" clId="{9DB6514F-2159-4B47-87FB-CA8572AEAF2B}" dt="2026-03-23T10:28:52.980" v="7" actId="21"/>
          <ac:picMkLst>
            <pc:docMk/>
            <pc:sldMk cId="1262944802" sldId="259"/>
            <ac:picMk id="12" creationId="{8D56A6E6-9FEB-E12A-1F6A-8FCBFFF9CFAD}"/>
          </ac:picMkLst>
        </pc:picChg>
      </pc:sldChg>
      <pc:sldChg chg="del">
        <pc:chgData name="krati.mp78@gmail.com" userId="db463a59165e0ebc" providerId="LiveId" clId="{9DB6514F-2159-4B47-87FB-CA8572AEAF2B}" dt="2026-03-23T10:28:34.735" v="4" actId="47"/>
        <pc:sldMkLst>
          <pc:docMk/>
          <pc:sldMk cId="163927248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krati.mp78@gmail.com</cp:lastModifiedBy>
  <cp:revision>17</cp:revision>
  <dcterms:created xsi:type="dcterms:W3CDTF">2024-06-24T12:27:37Z</dcterms:created>
  <dcterms:modified xsi:type="dcterms:W3CDTF">2026-03-23T10:29:15Z</dcterms:modified>
</cp:coreProperties>
</file>